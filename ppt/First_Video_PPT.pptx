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51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07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90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25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53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41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94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11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15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31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2179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7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95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7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43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54A0F-C06A-43FF-A9BD-80B880B5EEFE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335B8-CFA9-473B-8E06-1ABE5B01D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B76F9F-2536-4069-BC79-424C8722C0BF}"/>
              </a:ext>
            </a:extLst>
          </p:cNvPr>
          <p:cNvSpPr txBox="1"/>
          <p:nvPr/>
        </p:nvSpPr>
        <p:spPr>
          <a:xfrm>
            <a:off x="2720009" y="2828836"/>
            <a:ext cx="6751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 Rounded MT Bold" panose="020F0704030504030204" pitchFamily="34" charset="0"/>
              </a:rPr>
              <a:t>Welcome to all</a:t>
            </a:r>
          </a:p>
        </p:txBody>
      </p:sp>
      <p:pic>
        <p:nvPicPr>
          <p:cNvPr id="8" name="futuristic-beat-146661">
            <a:hlinkClick r:id="" action="ppaction://media"/>
            <a:extLst>
              <a:ext uri="{FF2B5EF4-FFF2-40B4-BE49-F238E27FC236}">
                <a16:creationId xmlns:a16="http://schemas.microsoft.com/office/drawing/2014/main" id="{4DBB6F69-7035-4CA1-B754-B8AC9F2A43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889000" y="8001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71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5000"/>
    </mc:Choice>
    <mc:Fallback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2444B0-BE48-4674-888A-1E38C4838C6F}"/>
              </a:ext>
            </a:extLst>
          </p:cNvPr>
          <p:cNvSpPr txBox="1"/>
          <p:nvPr/>
        </p:nvSpPr>
        <p:spPr>
          <a:xfrm>
            <a:off x="2693592" y="3075057"/>
            <a:ext cx="697188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dirty="0"/>
              <a:t>My name is </a:t>
            </a:r>
            <a:r>
              <a:rPr lang="en-US" sz="4000" dirty="0">
                <a:solidFill>
                  <a:schemeClr val="accent1"/>
                </a:solidFill>
              </a:rPr>
              <a:t>Sathish</a:t>
            </a:r>
          </a:p>
        </p:txBody>
      </p:sp>
    </p:spTree>
    <p:extLst>
      <p:ext uri="{BB962C8B-B14F-4D97-AF65-F5344CB8AC3E}">
        <p14:creationId xmlns:p14="http://schemas.microsoft.com/office/powerpoint/2010/main" val="1106285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0000">
        <p14:ripple dir="ru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xit" presetSubtype="0" fill="hold" grpId="1" nodeType="click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5E3220-9420-4BCB-BFD2-B847AF6B9504}"/>
              </a:ext>
            </a:extLst>
          </p:cNvPr>
          <p:cNvSpPr txBox="1"/>
          <p:nvPr/>
        </p:nvSpPr>
        <p:spPr>
          <a:xfrm>
            <a:off x="1625600" y="2806700"/>
            <a:ext cx="8915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This channel </a:t>
            </a:r>
            <a:r>
              <a:rPr lang="en-US" sz="4000" dirty="0">
                <a:solidFill>
                  <a:schemeClr val="accent5"/>
                </a:solidFill>
              </a:rPr>
              <a:t>aims</a:t>
            </a:r>
            <a:r>
              <a:rPr lang="en-US" sz="4000" dirty="0"/>
              <a:t> to make learning coding </a:t>
            </a:r>
            <a:r>
              <a:rPr lang="en-US" sz="4000" dirty="0">
                <a:solidFill>
                  <a:schemeClr val="accent1"/>
                </a:solidFill>
              </a:rPr>
              <a:t>easy</a:t>
            </a:r>
          </a:p>
        </p:txBody>
      </p:sp>
    </p:spTree>
    <p:extLst>
      <p:ext uri="{BB962C8B-B14F-4D97-AF65-F5344CB8AC3E}">
        <p14:creationId xmlns:p14="http://schemas.microsoft.com/office/powerpoint/2010/main" val="1737918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0000"/>
    </mc:Choice>
    <mc:Fallback>
      <p:transition spd="slow" advClick="0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B8DCD-0BC0-40D1-B384-391792CA803C}"/>
              </a:ext>
            </a:extLst>
          </p:cNvPr>
          <p:cNvSpPr txBox="1"/>
          <p:nvPr/>
        </p:nvSpPr>
        <p:spPr>
          <a:xfrm>
            <a:off x="565151" y="2189013"/>
            <a:ext cx="11061699" cy="247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/>
              <a:t>You can learn 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FFFF00"/>
                </a:solidFill>
              </a:rPr>
              <a:t>Programming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b="1" dirty="0">
                <a:solidFill>
                  <a:srgbClr val="FFFF00"/>
                </a:solidFill>
              </a:rPr>
              <a:t>Languages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FFFF00"/>
                </a:solidFill>
              </a:rPr>
              <a:t>Computer courses</a:t>
            </a:r>
          </a:p>
          <a:p>
            <a:pPr algn="ctr">
              <a:lnSpc>
                <a:spcPct val="150000"/>
              </a:lnSpc>
            </a:pPr>
            <a:r>
              <a:rPr lang="en-US" sz="3600" dirty="0"/>
              <a:t>through this channel</a:t>
            </a:r>
          </a:p>
        </p:txBody>
      </p:sp>
    </p:spTree>
    <p:extLst>
      <p:ext uri="{BB962C8B-B14F-4D97-AF65-F5344CB8AC3E}">
        <p14:creationId xmlns:p14="http://schemas.microsoft.com/office/powerpoint/2010/main" val="1662355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>
        <p14:shred/>
      </p:transition>
    </mc:Choice>
    <mc:Fallback>
      <p:transition spd="slow" advClick="0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B994D22-16C9-46FA-A0AD-A34EB5E98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036195"/>
              </p:ext>
            </p:extLst>
          </p:nvPr>
        </p:nvGraphicFramePr>
        <p:xfrm>
          <a:off x="1930400" y="2535766"/>
          <a:ext cx="8128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86391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464802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794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MONDAY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Every morning at 6’o clock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021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WEDNESDAY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36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FRIDAY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767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EDB9FA5-8A74-4487-94A2-BDE7007A2CFF}"/>
              </a:ext>
            </a:extLst>
          </p:cNvPr>
          <p:cNvSpPr txBox="1"/>
          <p:nvPr/>
        </p:nvSpPr>
        <p:spPr>
          <a:xfrm>
            <a:off x="2273300" y="990600"/>
            <a:ext cx="764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Video </a:t>
            </a: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upload time </a:t>
            </a:r>
            <a:r>
              <a:rPr lang="en-US" sz="3600" b="1" dirty="0"/>
              <a:t>on YouTube</a:t>
            </a:r>
          </a:p>
        </p:txBody>
      </p:sp>
    </p:spTree>
    <p:extLst>
      <p:ext uri="{BB962C8B-B14F-4D97-AF65-F5344CB8AC3E}">
        <p14:creationId xmlns:p14="http://schemas.microsoft.com/office/powerpoint/2010/main" val="3907829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>
        <p14:prism isContent="1" isInverted="1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398890-8F50-4369-A8C2-A69BDFF1BD03}"/>
              </a:ext>
            </a:extLst>
          </p:cNvPr>
          <p:cNvSpPr txBox="1"/>
          <p:nvPr/>
        </p:nvSpPr>
        <p:spPr>
          <a:xfrm>
            <a:off x="2438400" y="1536700"/>
            <a:ext cx="6286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" panose="020B0502040204020203" pitchFamily="34" charset="0"/>
              </a:rPr>
              <a:t>Please </a:t>
            </a:r>
          </a:p>
          <a:p>
            <a:r>
              <a:rPr lang="en-US" sz="3600" dirty="0">
                <a:latin typeface="Bahnschrift" panose="020B0502040204020203" pitchFamily="34" charset="0"/>
              </a:rPr>
              <a:t>subscribe and share </a:t>
            </a:r>
          </a:p>
          <a:p>
            <a:r>
              <a:rPr lang="en-US" sz="3600" dirty="0">
                <a:latin typeface="Bahnschrift" panose="020B0502040204020203" pitchFamily="34" charset="0"/>
              </a:rPr>
              <a:t>“The Life of Coding” channel </a:t>
            </a:r>
          </a:p>
          <a:p>
            <a:r>
              <a:rPr lang="en-US" sz="3600" dirty="0">
                <a:latin typeface="Bahnschrift" panose="020B0502040204020203" pitchFamily="34" charset="0"/>
              </a:rPr>
              <a:t>to known friends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ED9B2-88DA-4AB4-9005-333DAD8613A7}"/>
              </a:ext>
            </a:extLst>
          </p:cNvPr>
          <p:cNvSpPr txBox="1"/>
          <p:nvPr/>
        </p:nvSpPr>
        <p:spPr>
          <a:xfrm>
            <a:off x="8331200" y="5422900"/>
            <a:ext cx="477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Please Support…</a:t>
            </a:r>
          </a:p>
        </p:txBody>
      </p:sp>
    </p:spTree>
    <p:extLst>
      <p:ext uri="{BB962C8B-B14F-4D97-AF65-F5344CB8AC3E}">
        <p14:creationId xmlns:p14="http://schemas.microsoft.com/office/powerpoint/2010/main" val="791765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7000">
        <p14:pan dir="u"/>
      </p:transition>
    </mc:Choice>
    <mc:Fallback>
      <p:transition spd="slow" advClick="0" advTm="1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nodeType="click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1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1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50DF57-3E5E-4767-99F4-65C0B4FCE13C}"/>
              </a:ext>
            </a:extLst>
          </p:cNvPr>
          <p:cNvSpPr txBox="1"/>
          <p:nvPr/>
        </p:nvSpPr>
        <p:spPr>
          <a:xfrm>
            <a:off x="3136900" y="2875002"/>
            <a:ext cx="591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Berlin Sans FB Demi" panose="020E0802020502020306" pitchFamily="34" charset="0"/>
              </a:rPr>
              <a:t>Thankyou all</a:t>
            </a:r>
          </a:p>
        </p:txBody>
      </p:sp>
    </p:spTree>
    <p:extLst>
      <p:ext uri="{BB962C8B-B14F-4D97-AF65-F5344CB8AC3E}">
        <p14:creationId xmlns:p14="http://schemas.microsoft.com/office/powerpoint/2010/main" val="2716440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Click="0" advTm="5000">
        <p14:vortex dir="r"/>
      </p:transition>
    </mc:Choice>
    <mc:Fallback>
      <p:transition spd="slow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151</TotalTime>
  <Words>60</Words>
  <Application>Microsoft Office PowerPoint</Application>
  <PresentationFormat>Widescreen</PresentationFormat>
  <Paragraphs>19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Rounded MT Bold</vt:lpstr>
      <vt:lpstr>Bahnschrift</vt:lpstr>
      <vt:lpstr>Berlin Sans FB Demi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919600836636</dc:creator>
  <cp:lastModifiedBy>919600836636</cp:lastModifiedBy>
  <cp:revision>23</cp:revision>
  <dcterms:created xsi:type="dcterms:W3CDTF">2023-04-25T19:37:12Z</dcterms:created>
  <dcterms:modified xsi:type="dcterms:W3CDTF">2023-04-25T22:08:54Z</dcterms:modified>
</cp:coreProperties>
</file>